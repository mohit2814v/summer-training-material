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(~7 s): "Is your data full of errors, blanks, and chaos? I'm Mohit — a data cleaning specialist — and in the next 60 seconds I'll show you exactly what I can do for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(~8 s): "Raw data is almost always messy — missing values, duplicates, wrong types, and inconsistent entries. IBM Research shows 60 to 80 percent of data work is just cleaning. That's where I come 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(~10 s): "I handle the full cleaning pipeline — missing values, duplicates, outlier treatment, type conversions, string standardisation, and I deliver data that's ready for analysis or machine learning — all in Python with Pandas."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(~8 s): "Here's a real example — raw data on the left riddled with nulls, a duplicate row, an impossible age of 999, and a salary stored as text. On the right, the same dataset after cleaning — complete, consistent, and ready to 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(~8 s): "My process is structured and repeatable — Inspect, Identify, Clean, Transform, and Validate. Every order comes with a full change log so you know exactly what was done and why."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(~7 s): "I work exclusively in Python using Pandas, NumPy, scikit-learn, Matplotlib, and Seaborn. Every project is delivered as a clean Jupyter notebook with all code documented and reproducible."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(~7 s): "Choose from three packages — Basic for small datasets, Standard for most projects, and Advanced for a full pipeline with feature engineering. All orders include a clean file, transformation code, and a documentation report."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(~5 s): "Stop wasting time fighting messy data. Message me on Fiverr today, and let's get your data cleaned and ready. Fast turnaround, unlimited revisions, full documentation — guaranteed."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371600" cy="1371600"/>
          </a:xfrm>
          <a:prstGeom prst="ellipse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Data a Mess?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clean it — fast, thorough, and documented.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cleaning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342900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2044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2044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what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429000"/>
            <a:ext cx="2286000" cy="1417320"/>
          </a:xfrm>
          <a:prstGeom prst="roundRect">
            <a:avLst>
              <a:gd name="adj" fmla="val 7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92240" y="4114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Raw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that break calculations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that skew results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 (numbers stored as text)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that corrupt your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 ('NYC', 'New York', 'ny')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886200" cy="3749040"/>
          </a:xfrm>
          <a:prstGeom prst="roundRect">
            <a:avLst>
              <a:gd name="adj" fmla="val 2927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80160"/>
            <a:ext cx="1600200" cy="160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9260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4937760" y="363016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scientist's 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spent cleaning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Research)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cleaning using Python &amp; Pandas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69848" y="1984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imputation 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— documented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4173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916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95928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995928" y="1984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&amp; fuzzy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14173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22008" y="1600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922008" y="198424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/ Z-score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remove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31089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832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9848" y="3291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69848" y="36758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numbers,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fixed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46120" y="31089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38328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95928" y="3291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995928" y="36758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formats,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normalised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72200" y="31089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8328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22008" y="3291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Ready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922008" y="36758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&amp; scaled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models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536192"/>
            <a:ext cx="105156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361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81328" y="1536192"/>
            <a:ext cx="68580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5361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1536192"/>
            <a:ext cx="91440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536192"/>
            <a:ext cx="105156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5361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10515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81328" y="2011680"/>
            <a:ext cx="6858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76272" y="2011680"/>
            <a:ext cx="9144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2011680"/>
            <a:ext cx="10515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487168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81328" y="2487168"/>
            <a:ext cx="685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2487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76272" y="2487168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2487168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487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962656"/>
            <a:ext cx="1051560" cy="457200"/>
          </a:xfrm>
          <a:prstGeom prst="rect">
            <a:avLst/>
          </a:prstGeom>
          <a:solidFill>
            <a:srgbClr val="FFCCB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62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81328" y="2962656"/>
            <a:ext cx="685800" cy="457200"/>
          </a:xfrm>
          <a:prstGeom prst="rect">
            <a:avLst/>
          </a:prstGeom>
          <a:solidFill>
            <a:srgbClr val="FFCCB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81328" y="296265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76272" y="2962656"/>
            <a:ext cx="914400" cy="457200"/>
          </a:xfrm>
          <a:prstGeom prst="rect">
            <a:avLst/>
          </a:prstGeom>
          <a:solidFill>
            <a:srgbClr val="FFCCB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76272" y="29626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2962656"/>
            <a:ext cx="1051560" cy="457200"/>
          </a:xfrm>
          <a:prstGeom prst="rect">
            <a:avLst/>
          </a:prstGeom>
          <a:solidFill>
            <a:srgbClr val="FFCCBC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962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43814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381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Charlie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81328" y="3438144"/>
            <a:ext cx="685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81328" y="34381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76272" y="3438144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76272" y="3438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72000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108960" y="343814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4381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chicago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3913632"/>
            <a:ext cx="10515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9136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Diana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81328" y="3913632"/>
            <a:ext cx="6858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81328" y="39136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76272" y="3913632"/>
            <a:ext cx="91440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76272" y="39136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108960" y="3913632"/>
            <a:ext cx="105156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9136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CHICAGO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NaNs  ·  Duplicates  ·  Bad types  ·  Outliers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44568" y="2834640"/>
            <a:ext cx="54864" cy="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897B"/>
                </a:solidFill>
              </a:rPr>
              <a:t>→</a:t>
            </a:r>
            <a:endParaRPr lang="en-US" sz="3600" dirty="0"/>
          </a:p>
        </p:txBody>
      </p:sp>
      <p:sp>
        <p:nvSpPr>
          <p:cNvPr id="56" name="Shape 54"/>
          <p:cNvSpPr/>
          <p:nvPr/>
        </p:nvSpPr>
        <p:spPr>
          <a:xfrm>
            <a:off x="4754880" y="96012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4632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846320" y="1536192"/>
            <a:ext cx="105156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15361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916168" y="1536192"/>
            <a:ext cx="68580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16168" y="15361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611112" y="1536192"/>
            <a:ext cx="91440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111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543800" y="1536192"/>
            <a:ext cx="1051560" cy="457200"/>
          </a:xfrm>
          <a:prstGeom prst="rect">
            <a:avLst/>
          </a:prstGeom>
          <a:solidFill>
            <a:srgbClr val="00897B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43800" y="15361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846320" y="2011680"/>
            <a:ext cx="105156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916168" y="2011680"/>
            <a:ext cx="68580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16168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11112" y="2011680"/>
            <a:ext cx="91440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11112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55000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543800" y="2011680"/>
            <a:ext cx="105156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43800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846320" y="2487168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2487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916168" y="2487168"/>
            <a:ext cx="685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16168" y="2487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611112" y="2487168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11112" y="2487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63500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543800" y="2487168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43800" y="248716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York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846320" y="2962656"/>
            <a:ext cx="105156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6320" y="2962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Charlie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916168" y="2962656"/>
            <a:ext cx="68580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16168" y="296265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611112" y="2962656"/>
            <a:ext cx="91440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11112" y="29626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72000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543800" y="2962656"/>
            <a:ext cx="1051560" cy="457200"/>
          </a:xfrm>
          <a:prstGeom prst="rect">
            <a:avLst/>
          </a:prstGeom>
          <a:solidFill>
            <a:srgbClr val="F1F8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43800" y="2962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Chicago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846320" y="343814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846320" y="34381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Diana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916168" y="3438144"/>
            <a:ext cx="685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16168" y="34381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611112" y="3438144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11112" y="3438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58000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543800" y="3438144"/>
            <a:ext cx="1051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543800" y="34381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Chicago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84632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Clean  ·  Complete  ·  Consistent  ·  Ready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5-Step Process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143000"/>
            <a:ext cx="1627632" cy="3749040"/>
          </a:xfrm>
          <a:prstGeom prst="roundRect">
            <a:avLst>
              <a:gd name="adj" fmla="val 6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280160"/>
            <a:ext cx="621792" cy="6217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6616" y="3291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shape, types,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distributions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93392" y="1143000"/>
            <a:ext cx="1627632" cy="3749040"/>
          </a:xfrm>
          <a:prstGeom prst="roundRect">
            <a:avLst>
              <a:gd name="adj" fmla="val 6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96312" y="1280160"/>
            <a:ext cx="621792" cy="6217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96312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20574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7568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075688" y="3291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nulls, dupes,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&amp; type errors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712464" y="1143000"/>
            <a:ext cx="1627632" cy="3749040"/>
          </a:xfrm>
          <a:prstGeom prst="roundRect">
            <a:avLst>
              <a:gd name="adj" fmla="val 6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15384" y="1280160"/>
            <a:ext cx="621792" cy="6217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15384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0574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9476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794760" y="3291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Impute, drop, fix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every column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31536" y="1143000"/>
            <a:ext cx="1627632" cy="3749040"/>
          </a:xfrm>
          <a:prstGeom prst="roundRect">
            <a:avLst>
              <a:gd name="adj" fmla="val 6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34456" y="1280160"/>
            <a:ext cx="621792" cy="6217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34456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05740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13832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13832" y="3291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scale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ready features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150608" y="1143000"/>
            <a:ext cx="1627632" cy="3749040"/>
          </a:xfrm>
          <a:prstGeom prst="roundRect">
            <a:avLst>
              <a:gd name="adj" fmla="val 6742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53528" y="1280160"/>
            <a:ext cx="621792" cy="6217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653528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384" y="2057400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32904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32904" y="3291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constraints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 with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6002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cleaning pipelines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20299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0299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wrangling, reshaping &amp; profiling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4871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4871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25146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&amp; array handling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9443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" y="29443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9718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outlier visualisations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4015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4290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matrices &amp; EDA plots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8587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83080" y="38862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 &amp; imputation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" y="43159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" y="43159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notebooks as deliverables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96012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49240" y="1097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Level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9240" y="15727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49240" y="1828800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1828800"/>
            <a:ext cx="2776118" cy="164592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10312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2359152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2359152"/>
            <a:ext cx="2655418" cy="164592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6334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Cleaning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2889504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49240" y="2889504"/>
            <a:ext cx="2715768" cy="164592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1638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9240" y="3419856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49240" y="3419856"/>
            <a:ext cx="2474366" cy="164592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6941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Visualisation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3950208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3950208"/>
            <a:ext cx="2564892" cy="164592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42245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Scripting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49240" y="4480560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49240" y="4480560"/>
            <a:ext cx="2655418" cy="164592"/>
          </a:xfrm>
          <a:prstGeom prst="roundRect">
            <a:avLst>
              <a:gd name="adj" fmla="val 2222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Packages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886200"/>
          </a:xfrm>
          <a:prstGeom prst="roundRect">
            <a:avLst>
              <a:gd name="adj" fmla="val 4828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15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columns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duplicate fix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correction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 delivered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879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651760" cy="3886200"/>
          </a:xfrm>
          <a:prstGeom prst="roundRect">
            <a:avLst>
              <a:gd name="adj" fmla="val 4828"/>
            </a:avLst>
          </a:prstGeom>
          <a:solidFill>
            <a:srgbClr val="00897B"/>
          </a:solidFill>
          <a:ln/>
          <a:effectLst>
            <a:outerShdw sx="100000" sy="100000" kx="0" ky="0" algn="bl" rotWithShape="0" blurRad="203200" dist="50800" dir="2700000">
              <a:srgbClr val="00897B">
                <a:alpha val="5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1115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291840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29000" y="20116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columns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normalisation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report included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0332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418795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5993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005840"/>
            <a:ext cx="2651760" cy="3886200"/>
          </a:xfrm>
          <a:prstGeom prst="roundRect">
            <a:avLst>
              <a:gd name="adj" fmla="val 4828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217920" y="1115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217920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355080" y="201168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columns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pipeline script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29400" y="416052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8795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8601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Days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365760"/>
            <a:ext cx="50292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365760"/>
            <a:ext cx="502920" cy="5029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365760"/>
            <a:ext cx="502920" cy="50292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65760"/>
            <a:ext cx="502920" cy="5029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365760"/>
            <a:ext cx="502920" cy="50292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Clean, Analysis-Ready Data?</a:t>
            </a:r>
            <a:endParaRPr lang="en-US" sz="3400" dirty="0"/>
          </a:p>
        </p:txBody>
      </p:sp>
      <p:sp>
        <p:nvSpPr>
          <p:cNvPr id="8" name="Text 1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now and get your data cleaned — fast, documented, and reproducible.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2834640" y="2514600"/>
            <a:ext cx="3474720" cy="685800"/>
          </a:xfrm>
          <a:prstGeom prst="roundRect">
            <a:avLst>
              <a:gd name="adj" fmla="val 20000"/>
            </a:avLst>
          </a:prstGeom>
          <a:solidFill>
            <a:srgbClr val="00897B"/>
          </a:solidFill>
          <a:ln/>
          <a:effectLst>
            <a:outerShdw sx="100000" sy="100000" kx="0" ky="0" algn="bl" rotWithShape="0" blurRad="177800" dist="50800" dir="2700000">
              <a:srgbClr val="00897B">
                <a:alpha val="50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2834640" y="2514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Me on Fiverr  →</a:t>
            </a:r>
            <a:endParaRPr lang="en-US" sz="1700" dirty="0"/>
          </a:p>
        </p:txBody>
      </p:sp>
      <p:sp>
        <p:nvSpPr>
          <p:cNvPr id="11" name="Shape 4"/>
          <p:cNvSpPr/>
          <p:nvPr/>
        </p:nvSpPr>
        <p:spPr>
          <a:xfrm>
            <a:off x="548640" y="342900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74720"/>
            <a:ext cx="320040" cy="32004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05840" y="3465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Turnaround</a:t>
            </a:r>
            <a:endParaRPr lang="en-US" sz="1200" dirty="0"/>
          </a:p>
        </p:txBody>
      </p:sp>
      <p:sp>
        <p:nvSpPr>
          <p:cNvPr id="14" name="Shape 6"/>
          <p:cNvSpPr/>
          <p:nvPr/>
        </p:nvSpPr>
        <p:spPr>
          <a:xfrm>
            <a:off x="3429000" y="342900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474720"/>
            <a:ext cx="320040" cy="3200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886200" y="3465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Revisions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6309360" y="3429000"/>
            <a:ext cx="2468880" cy="438912"/>
          </a:xfrm>
          <a:prstGeom prst="roundRect">
            <a:avLst>
              <a:gd name="adj" fmla="val 20833"/>
            </a:avLst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474720"/>
            <a:ext cx="320040" cy="32004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766560" y="3465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github.com/mohit2814v/Summer-Training-Material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Portfolio — Fiverr</dc:title>
  <dc:subject>PptxGenJS Presentation</dc:subject>
  <dc:creator>Mohit</dc:creator>
  <cp:lastModifiedBy>Mohit</cp:lastModifiedBy>
  <cp:revision>1</cp:revision>
  <dcterms:created xsi:type="dcterms:W3CDTF">2026-06-27T07:19:56Z</dcterms:created>
  <dcterms:modified xsi:type="dcterms:W3CDTF">2026-06-27T07:19:56Z</dcterms:modified>
</cp:coreProperties>
</file>