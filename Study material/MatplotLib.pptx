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iFqzwBw0IkMwbO/OC7z+Mu6tLa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276" y="-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49" Type="http://schemas.openxmlformats.org/officeDocument/2006/relationships/presProps" Target="presProps.xml"/><Relationship Id="rId10" Type="http://schemas.openxmlformats.org/officeDocument/2006/relationships/font" Target="fonts/font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03439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pyplot-in-matplotlib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62000" y="2895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b="1"/>
              <a:t>Introduction to Matplotlib</a:t>
            </a:r>
            <a:br>
              <a:rPr lang="en-US" b="1"/>
            </a:br>
            <a:r>
              <a:rPr lang="en-US"/>
              <a:t/>
            </a:r>
            <a:br>
              <a:rPr lang="en-US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228600" y="533400"/>
            <a:ext cx="86106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is a widely used Python library for creating static, interactive, and animated visualizations from data.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provides flexible and customizable plotting functions that help in understanding data patterns, trends and relationships effectively.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81000" y="2209800"/>
            <a:ext cx="32102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a Plot in Matplotlib: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457200" y="2743200"/>
            <a:ext cx="74676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[0, 1, 2, 3, 4]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[0, 1, 4, 9, 16]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plt.plot(x, y)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" descr="Screenshot-2024-12-05-1240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0" y="2527722"/>
            <a:ext cx="5124450" cy="387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307975" y="304800"/>
            <a:ext cx="4953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of Matplotlib 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307975" y="914400"/>
            <a:ext cx="853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Anatomy of a Matplotlib Plot: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This section dives into the key components of a Matplotlib plot, including figures, axes, titles, and legends, essential for effective data visualization.</a:t>
            </a:r>
            <a:endParaRPr/>
          </a:p>
        </p:txBody>
      </p:sp>
      <p:sp>
        <p:nvSpPr>
          <p:cNvPr id="99" name="Google Shape;99;p3" descr="matplotlib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46075" y="2286000"/>
            <a:ext cx="84963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container that holds all plot elements, acting as the canvas for visualizations.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Axis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Represents x-axis and y-axis, defining limits, tick locations, and labels for data interpretation.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Lines and Markers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Lines connect data points to show trends, while markers denote individual data points in plots like scatter plots.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and Labels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title provides context for the plot, while axis labels describe what data is being represented on each axis.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 descr="Displaying ChatGPT Image Feb 8, 2026, 04_17_14 PM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 descr="What Is a Chart &amp; Why Is It Important for Businesses? | NetSui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575" y="765725"/>
            <a:ext cx="7640975" cy="47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 descr="ChatGPT Image Feb 8, 2026, 04_17_14 PM.jp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066800"/>
            <a:ext cx="7010400" cy="4669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304800" y="457200"/>
            <a:ext cx="8686800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Pyplot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Pyplot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a module within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provides a MATLAB-like interface for making plots.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simplifies the process of adding plot elements such as lines, images, and text to the axes of the current figure.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Start by importing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matplotlib.pyplot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Data: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Prepare your data in the form of lists or arrays.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 Data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to create the plot.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Customize 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Add titles, labels, and other elements using methods like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plt.title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plt.xlabel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(), and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plt.ylabel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to display the plot.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152400" y="228600"/>
            <a:ext cx="6781800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matplotlib.pyplot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[0, 2, 4, 6, 8]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[0, 4, 16, 36, 64]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fig, ax =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plt.subplots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ax.plot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(x, y, marker='o', label="Data Points")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ax.set_title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("Basic Components of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Figure")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ax.set_xlabel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("X-Axis")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ax.set_ylabel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("Y-Axis")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plt.show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7" descr="Screenshot-2024-12-05-1249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2286000"/>
            <a:ext cx="53244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246</Words>
  <Application>Microsoft Office PowerPoint</Application>
  <PresentationFormat>On-screen Show (4:3)</PresentationFormat>
  <Paragraphs>46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Introduction to Matplotlib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Matplotlib  </dc:title>
  <dc:creator>Saurabh-ATR1080</dc:creator>
  <cp:lastModifiedBy>user</cp:lastModifiedBy>
  <cp:revision>7</cp:revision>
  <dcterms:created xsi:type="dcterms:W3CDTF">2026-02-08T10:39:15Z</dcterms:created>
  <dcterms:modified xsi:type="dcterms:W3CDTF">2026-06-25T09:10:51Z</dcterms:modified>
</cp:coreProperties>
</file>