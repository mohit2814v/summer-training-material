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56" y="-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B49F5-64E1-4B31-BE94-1220FCDA9E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E96BF-6F59-443D-8F8F-914953035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241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3DA5D9">
              <a:alpha val="40000"/>
            </a:srgbClr>
          </a:solidFill>
          <a:ln w="12700">
            <a:solidFill>
              <a:srgbClr val="3DA5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DA5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Encoding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data ML-ready — with simple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51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7712" y="425196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4251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86784" y="425196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6784" y="4251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05856" y="425196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4251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24928" y="425196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4251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Feature Scaling?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have two features: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Age: 25, 30, 45 (small numbers)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Salary: 30000, 50000, 80000 (big numbers)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can get confused when features have very different ranges.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brings all features to a similar range.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822960"/>
            <a:ext cx="4389120" cy="3474720"/>
          </a:xfrm>
          <a:prstGeom prst="roundRect">
            <a:avLst>
              <a:gd name="adj" fmla="val 315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Analogy 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37160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pizza slices: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 in cm: 20, 25, 30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in paise: 5000, 8000, 12000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don't scale, the algorithm focuses mostly on price and ignores size!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= fair comparison.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Feature Scaling?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E8FFF5"/>
          </a:solidFill>
          <a:ln w="19050">
            <a:solidFill>
              <a:srgbClr val="00C4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868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distances — bigger numbers dominate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83880" y="8686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E8FFF5"/>
          </a:solidFill>
          <a:ln w="19050">
            <a:solidFill>
              <a:srgbClr val="00C4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2704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27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15270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maximum margin — sensitive to 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83880" y="15270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E8FFF5"/>
          </a:solidFill>
          <a:ln w="19050">
            <a:solidFill>
              <a:srgbClr val="00C4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85416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854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218541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converges faster with scaling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1854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43784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E8FFF5"/>
          </a:solidFill>
          <a:ln w="19050">
            <a:solidFill>
              <a:srgbClr val="00C4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43784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43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40280" y="284378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stability and speed improve greatly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83880" y="28437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02152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0215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021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35021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value thresholds — scale doesn't matter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35021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Optional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605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41605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— scale doesn't affect 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41605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Optional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1: Min-Max Scaling (Normalization)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A5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 X_scaled = (X − X_min) / (X_max − X_min)   →   Result is always between 0 and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House Prices (₹ in Lakhs):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13716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4206240"/>
                <a:gridCol w="1463040"/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(20−20)/(80−20) = 0/60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(50−20)/(80−20) = 30/60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(80−20)/(80−20) = 60/60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4290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when: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min &amp; max values (e.g. pixel values 0-255, scores 0-100)  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Watch out: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— one extreme value can squish everything else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438912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MinMaxScaler    scaler = MinMaxScaler()    X_scaled = scaler.fit_transform(X)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2: Standardization (Z-score Scaling)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A5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 X_scaled = (X − mean) / std_deviation   →   Mean = 0, most values between -3 and +3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Student Exam Scores: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146304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3200400"/>
                <a:gridCol w="301752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= (X−70)/15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(55−70)/15 = −1.0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SD below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(70−70)/15 = 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(85−70)/15 = +1.0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SD above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(100−70)/15 = +2.0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SDs above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70, Std Dev = 15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7490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when: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outliers OR you don't know the min/max in advance  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Better than Min-Max for: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ML algorithms, especially when data follows normal distribution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44348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    scaler = StandardScaler()    X_scaled = scaler.fit_transform(X)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Min-Max vs Standardization — Quick Comparison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686800" cy="347472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A5D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1 (fixed)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fixed range (usually -3 to +3)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by outliers?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heavily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Images, bounded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ML algorithms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without knowing distribution?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4340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When in doubt, use StandardScaler. It's more robust for most real-world datasets.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Encoding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understand numbers — not words.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converts text/category features into numbers.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B6CA8">
              <a:alpha val="50000"/>
            </a:srgbClr>
          </a:solidFill>
          <a:ln w="12700">
            <a:solidFill>
              <a:srgbClr val="3DA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3749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B6CA8">
              <a:alpha val="50000"/>
            </a:srgbClr>
          </a:solidFill>
          <a:ln w="12700">
            <a:solidFill>
              <a:srgbClr val="3DA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749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B6CA8">
              <a:alpha val="50000"/>
            </a:srgbClr>
          </a:solidFill>
          <a:ln w="12700">
            <a:solidFill>
              <a:srgbClr val="3DA5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749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B6CA8">
              <a:alpha val="50000"/>
            </a:srgbClr>
          </a:solidFill>
          <a:ln w="12700">
            <a:solidFill>
              <a:srgbClr val="3DA5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Feature Encoding?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only understand numbers.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data has words (like colors, city names, categories), you need to convert them first.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Encoding: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Encoding: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01952"/>
          <a:ext cx="1828800" cy="1828800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B6CA8"/>
                </a:solidFill>
              </a:rPr>
              <a:t>→</a:t>
            </a:r>
            <a:endParaRPr lang="en-US" sz="2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1901952"/>
          <a:ext cx="3209544" cy="1828800"/>
        </p:xfrm>
        <a:graphic>
          <a:graphicData uri="http://schemas.openxmlformats.org/drawingml/2006/table">
            <a:tbl>
              <a:tblPr/>
              <a:tblGrid>
                <a:gridCol w="1069848"/>
                <a:gridCol w="1069848"/>
                <a:gridCol w="1069848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840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categorical data: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413308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order — Color (Red, Blue, Green), City (Delhi, Mumbai)  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natural order — Size (S &lt; M &lt; L &lt; XL), Rating (1 &lt; 2 &lt; 3 &lt; 4 &lt; 5)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Method 1: Label Encoding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category gets a unique integer number.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4864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Encoded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(same city = same number)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188720"/>
            <a:ext cx="2834640" cy="2011680"/>
          </a:xfrm>
          <a:prstGeom prst="roundRect">
            <a:avLst>
              <a:gd name="adj" fmla="val 4545"/>
            </a:avLst>
          </a:prstGeom>
          <a:solidFill>
            <a:srgbClr val="F9F0FF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2801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Pros: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&amp; fast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memory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Problem: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may think Delhi (0) &lt; Mumbai (1) &lt; Chennai (2) — wrong ranking!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" y="32735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Use only when: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natural order (like Small, Medium, Large) OR for target variable encoding.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384048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" name="Text 7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LabelEncoder    le = LabelEncoder()    y_encoded = le.fit_transform(y)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Method 2: One-Hot Encoding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binary column for each category. Only one column is '1' at a time.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48840"/>
                <a:gridCol w="2148840"/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Is_Apple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Is_Banana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Is_Mango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for: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data (no order) — city names, colours, fruit types  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Watch out: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many unique values (e.g. 500 cities), this creates 500 new columns! (Use target encoding instead)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409651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    df_encoded = pd.get_dummies(df, columns=['Fruit'])   # or sklearn OneHotEncoder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Method 3: Ordinal Encoding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label encoding, but YOU define the order. Numbers reflect the real-world ranking.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42062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School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Bachelor's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education than 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Bachelor's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1546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when: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have a meaningful order — education levels, T-shirt sizes, satisfaction ratings  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Why better than Label Encoding: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ordering, so the model learns the correct relationship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391363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136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C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OrdinalEncoder
enc = OrdinalEncoder(categories=[['HS','Bachelors','Masters','PhD']])    X = enc.fit_transform(X)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Comparison — When to Use What?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463040"/>
                <a:gridCol w="1554480"/>
                <a:gridCol w="1828800"/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Order?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Encoding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(or target var)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variable, tree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(no order)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(&lt; 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models, SVM, NNs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Encoding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(ranked)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Sizes, ratings, levels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Decision Guide: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3611880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611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natural order?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26080" y="3611880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3611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 → Ordinal Encoding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3611880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36118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→ One-Hot Encoding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4297680"/>
            <a:ext cx="8595360" cy="438912"/>
          </a:xfrm>
          <a:prstGeom prst="roundRect">
            <a:avLst>
              <a:gd name="adj" fmla="val 20833"/>
            </a:avLst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10"/>
          <p:cNvSpPr/>
          <p:nvPr/>
        </p:nvSpPr>
        <p:spPr>
          <a:xfrm>
            <a:off x="457200" y="42976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For the target column (what you're predicting), always use Label Encoding — not One-Hot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Loan Approval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wants to predict if a loan will be approved. Let's prepare the data: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2926077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2103120"/>
                <a:gridCol w="2011680"/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25, 34, 50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300000, 800000, 1500000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600, 720, 800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(known 300-850)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 / UG / PG / PhD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Encoding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(binary)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Encoding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06240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scaling &amp; encoding, the entire dataset becomes a clean matrix of numbers ready for any ML model! 🎯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to Avoid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412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Scaling test data separately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Fit scaler on TRAIN data only, then transform both train &amp;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910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One-Hot encoding high-cardinality features (500 cities)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Target or Binary encoding for features with many unique values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40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Label encoding nominal data (no order)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6334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One-Hot encoding — label encoding creates false ordering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90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Forgetting to scale after adding new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83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include ALL numeric features in your scaling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03904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40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Scaling the target variable for classification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Only scale the target for regression tasks, not classification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1B6CA8">
              <a:alpha val="70000"/>
            </a:srgbClr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→ 0 to 1 range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→ mean=0, std=1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fit on training data only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6B3FA0">
              <a:alpha val="70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for categories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ordinal data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for target variable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4A261">
              <a:alpha val="7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columns per category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nominal data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with high-cardinality features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65176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00C49F">
              <a:alpha val="70000"/>
            </a:srgbClr>
          </a:solidFill>
          <a:ln w="19050">
            <a:solidFill>
              <a:srgbClr val="00C4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 Encoding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with YOUR defined order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ranked categories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Sizes, ratings, education levels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343400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3DA5D9">
              <a:alpha val="30000"/>
            </a:srgbClr>
          </a:solidFill>
          <a:ln w="12700">
            <a:solidFill>
              <a:srgbClr val="3DA5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→ Encode → Train → Predict. Clean data = better model!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1482</Words>
  <Application>Microsoft Office PowerPoint</Application>
  <PresentationFormat>On-screen Show (16:9)</PresentationFormat>
  <Paragraphs>338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Scaling &amp; Encoding</dc:title>
  <dc:subject>PptxGenJS Presentation</dc:subject>
  <dc:creator>PptxGenJS</dc:creator>
  <cp:lastModifiedBy>user</cp:lastModifiedBy>
  <cp:revision>3</cp:revision>
  <dcterms:created xsi:type="dcterms:W3CDTF">2026-06-10T06:56:54Z</dcterms:created>
  <dcterms:modified xsi:type="dcterms:W3CDTF">2026-06-10T07:04:06Z</dcterms:modified>
</cp:coreProperties>
</file>