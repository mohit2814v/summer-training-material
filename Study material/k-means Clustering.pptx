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6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67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34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40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18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255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09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730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904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35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872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43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D491B-2960-4F52-94AA-6A9CEB06A959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D20CD-1193-4FC0-8E60-090B57316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17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47664" y="2921168"/>
            <a:ext cx="67313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/>
              <a:t>K-Means Clustering – Introduction</a:t>
            </a:r>
          </a:p>
        </p:txBody>
      </p:sp>
    </p:spTree>
    <p:extLst>
      <p:ext uri="{BB962C8B-B14F-4D97-AF65-F5344CB8AC3E}">
        <p14:creationId xmlns:p14="http://schemas.microsoft.com/office/powerpoint/2010/main" val="209579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3"/>
            <a:ext cx="885698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K-Means Clustering is an </a:t>
            </a:r>
            <a:r>
              <a:rPr lang="en-US" b="1" dirty="0" smtClean="0"/>
              <a:t>unsupervised machine learning algorithm</a:t>
            </a:r>
            <a:r>
              <a:rPr lang="en-US" dirty="0" smtClean="0"/>
              <a:t> that groups similar data points into clusters. It does not need labeled data and creates groups based on the similarity of the data.</a:t>
            </a:r>
          </a:p>
          <a:p>
            <a:r>
              <a:rPr lang="en-US" dirty="0" smtClean="0"/>
              <a:t>Groups similar data points into clusters </a:t>
            </a:r>
          </a:p>
          <a:p>
            <a:r>
              <a:rPr lang="en-US" dirty="0" smtClean="0"/>
              <a:t>Does not require labeled data </a:t>
            </a:r>
          </a:p>
          <a:p>
            <a:r>
              <a:rPr lang="en-US" dirty="0" smtClean="0"/>
              <a:t>Uses the distance between data points and cluster centers </a:t>
            </a:r>
          </a:p>
          <a:p>
            <a:r>
              <a:rPr lang="en-US" dirty="0" smtClean="0"/>
              <a:t>Commonly used for customer segmentation, image compression, and pattern discovery </a:t>
            </a:r>
            <a:br>
              <a:rPr lang="en-US" dirty="0" smtClean="0"/>
            </a:br>
            <a:endParaRPr lang="en-US" dirty="0" smtClean="0"/>
          </a:p>
          <a:p>
            <a:r>
              <a:rPr lang="en-US" b="1" u="sng" dirty="0" smtClean="0"/>
              <a:t>Working of K-Means Clustering</a:t>
            </a:r>
          </a:p>
          <a:p>
            <a:r>
              <a:rPr lang="en-US" dirty="0" smtClean="0"/>
              <a:t>K-Means divides a dataset into </a:t>
            </a:r>
            <a:r>
              <a:rPr lang="en-US" b="1" dirty="0" smtClean="0"/>
              <a:t>K</a:t>
            </a:r>
            <a:r>
              <a:rPr lang="en-US" dirty="0" smtClean="0"/>
              <a:t> groups (clusters).</a:t>
            </a:r>
          </a:p>
          <a:p>
            <a:r>
              <a:rPr lang="en-US" b="1" dirty="0" smtClean="0"/>
              <a:t>K</a:t>
            </a:r>
            <a:r>
              <a:rPr lang="en-US" dirty="0" smtClean="0"/>
              <a:t> is the number of clusters you want to create. </a:t>
            </a:r>
          </a:p>
          <a:p>
            <a:r>
              <a:rPr lang="en-US" dirty="0" smtClean="0"/>
              <a:t>The algorithm places similar data points in the same cluster based on their distance from the cluster center (centroid).</a:t>
            </a:r>
            <a:endParaRPr lang="en-US" dirty="0"/>
          </a:p>
        </p:txBody>
      </p:sp>
      <p:sp>
        <p:nvSpPr>
          <p:cNvPr id="3" name="AutoShape 2" descr="1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1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3933056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27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60235"/>
            <a:ext cx="5080000" cy="254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140968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27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88640"/>
            <a:ext cx="5080000" cy="25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0549" y="2996952"/>
            <a:ext cx="842493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algorithm divides the data into </a:t>
            </a:r>
            <a:r>
              <a:rPr lang="en-US" b="1" dirty="0" smtClean="0"/>
              <a:t>K</a:t>
            </a:r>
            <a:r>
              <a:rPr lang="en-US" dirty="0" smtClean="0"/>
              <a:t> clusters based on similarity. It measures similarity using </a:t>
            </a:r>
            <a:r>
              <a:rPr lang="en-US" b="1" dirty="0" smtClean="0"/>
              <a:t>Euclidean distance</a:t>
            </a:r>
            <a:r>
              <a:rPr lang="en-US" dirty="0" smtClean="0"/>
              <a:t> (distance between data points).</a:t>
            </a:r>
          </a:p>
          <a:p>
            <a:r>
              <a:rPr lang="en-US" b="1" dirty="0" smtClean="0"/>
              <a:t>Steps of K-Means:</a:t>
            </a:r>
            <a:endParaRPr lang="en-US" dirty="0" smtClean="0"/>
          </a:p>
          <a:p>
            <a:r>
              <a:rPr lang="en-US" b="1" dirty="0" smtClean="0"/>
              <a:t>Initialize</a:t>
            </a:r>
            <a:r>
              <a:rPr lang="en-US" dirty="0" smtClean="0"/>
              <a:t> – Randomly choose </a:t>
            </a:r>
            <a:r>
              <a:rPr lang="en-US" b="1" dirty="0" smtClean="0"/>
              <a:t>K</a:t>
            </a:r>
            <a:r>
              <a:rPr lang="en-US" dirty="0" smtClean="0"/>
              <a:t> centroids. </a:t>
            </a:r>
          </a:p>
          <a:p>
            <a:r>
              <a:rPr lang="en-US" b="1" dirty="0" smtClean="0"/>
              <a:t>Assign</a:t>
            </a:r>
            <a:r>
              <a:rPr lang="en-US" dirty="0" smtClean="0"/>
              <a:t> – Assign each data point to the nearest centroid. </a:t>
            </a:r>
          </a:p>
          <a:p>
            <a:r>
              <a:rPr lang="en-US" b="1" dirty="0" smtClean="0"/>
              <a:t>Update</a:t>
            </a:r>
            <a:r>
              <a:rPr lang="en-US" dirty="0" smtClean="0"/>
              <a:t> – Calculate the new centroid by finding the average of all points in each cluster. </a:t>
            </a:r>
          </a:p>
          <a:p>
            <a:r>
              <a:rPr lang="en-US" b="1" dirty="0" smtClean="0"/>
              <a:t>Repeat</a:t>
            </a:r>
            <a:r>
              <a:rPr lang="en-US" dirty="0" smtClean="0"/>
              <a:t> – Repeat the assign and update steps until the centroids stop changing or the maximum number of iterations is reached. </a:t>
            </a:r>
          </a:p>
          <a:p>
            <a:r>
              <a:rPr lang="en-US" dirty="0" smtClean="0"/>
              <a:t>The goal is to group similar data points into the same cluster.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2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88640"/>
            <a:ext cx="8712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Uses of K-Means Clustering</a:t>
            </a:r>
          </a:p>
          <a:p>
            <a:r>
              <a:rPr lang="en-IN" b="1" dirty="0" smtClean="0"/>
              <a:t>Customer Segmentation</a:t>
            </a:r>
            <a:r>
              <a:rPr lang="en-IN" dirty="0" smtClean="0"/>
              <a:t> – Groups customers based on similar </a:t>
            </a:r>
            <a:r>
              <a:rPr lang="en-IN" dirty="0" err="1" smtClean="0"/>
              <a:t>behavior</a:t>
            </a:r>
            <a:r>
              <a:rPr lang="en-IN" dirty="0" smtClean="0"/>
              <a:t> or buying patterns. </a:t>
            </a:r>
          </a:p>
          <a:p>
            <a:r>
              <a:rPr lang="en-IN" b="1" dirty="0" smtClean="0"/>
              <a:t>Image Compression</a:t>
            </a:r>
            <a:r>
              <a:rPr lang="en-IN" dirty="0" smtClean="0"/>
              <a:t> – Reduces image size by grouping similar pixels. </a:t>
            </a:r>
          </a:p>
          <a:p>
            <a:r>
              <a:rPr lang="en-IN" b="1" dirty="0" smtClean="0"/>
              <a:t>Anomaly Detection</a:t>
            </a:r>
            <a:r>
              <a:rPr lang="en-IN" dirty="0" smtClean="0"/>
              <a:t> – Finds unusual or abnormal data points. </a:t>
            </a:r>
          </a:p>
          <a:p>
            <a:r>
              <a:rPr lang="en-IN" b="1" dirty="0" smtClean="0"/>
              <a:t>Document Clustering</a:t>
            </a:r>
            <a:r>
              <a:rPr lang="en-IN" dirty="0" smtClean="0"/>
              <a:t> – Groups similar documents or articles together. </a:t>
            </a:r>
          </a:p>
          <a:p>
            <a:r>
              <a:rPr lang="en-IN" b="1" dirty="0" smtClean="0"/>
              <a:t>Data Organization</a:t>
            </a:r>
            <a:r>
              <a:rPr lang="en-IN" dirty="0" smtClean="0"/>
              <a:t> – Organizes large datasets into similar groups for easier analysis.</a:t>
            </a:r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3752" y="2056780"/>
            <a:ext cx="89644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Implementation of K-Means Clustering</a:t>
            </a:r>
            <a:br>
              <a:rPr kumimoji="0" lang="en-US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We will use the </a:t>
            </a:r>
            <a:r>
              <a:rPr kumimoji="0" 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make_blobs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dataset to understand how K-Means creates clusters.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Step 1: Import the Required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Import the libraries needed for creating the dataset, scaling the data, clustering, and plotting.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itchFamily="34" charset="-128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512" y="4092174"/>
            <a:ext cx="8712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import </a:t>
            </a:r>
            <a:r>
              <a:rPr lang="en-IN" dirty="0" err="1" smtClean="0">
                <a:solidFill>
                  <a:srgbClr val="FF0000"/>
                </a:solidFill>
              </a:rPr>
              <a:t>matplotlib.pyplot</a:t>
            </a:r>
            <a:r>
              <a:rPr lang="en-IN" dirty="0" smtClean="0">
                <a:solidFill>
                  <a:srgbClr val="FF0000"/>
                </a:solidFill>
              </a:rPr>
              <a:t> as </a:t>
            </a:r>
            <a:r>
              <a:rPr lang="en-IN" dirty="0" err="1" smtClean="0">
                <a:solidFill>
                  <a:srgbClr val="FF0000"/>
                </a:solidFill>
              </a:rPr>
              <a:t>plt</a:t>
            </a:r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smtClean="0">
                <a:solidFill>
                  <a:srgbClr val="FF0000"/>
                </a:solidFill>
              </a:rPr>
              <a:t>from </a:t>
            </a:r>
            <a:r>
              <a:rPr lang="en-IN" dirty="0" err="1" smtClean="0">
                <a:solidFill>
                  <a:srgbClr val="FF0000"/>
                </a:solidFill>
              </a:rPr>
              <a:t>sklearn.datasets</a:t>
            </a:r>
            <a:r>
              <a:rPr lang="en-IN" dirty="0" smtClean="0">
                <a:solidFill>
                  <a:srgbClr val="FF0000"/>
                </a:solidFill>
              </a:rPr>
              <a:t> import </a:t>
            </a:r>
            <a:r>
              <a:rPr lang="en-IN" dirty="0" err="1" smtClean="0">
                <a:solidFill>
                  <a:srgbClr val="FF0000"/>
                </a:solidFill>
              </a:rPr>
              <a:t>make_blobs</a:t>
            </a:r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smtClean="0">
                <a:solidFill>
                  <a:srgbClr val="FF0000"/>
                </a:solidFill>
              </a:rPr>
              <a:t>from </a:t>
            </a:r>
            <a:r>
              <a:rPr lang="en-IN" dirty="0" err="1" smtClean="0">
                <a:solidFill>
                  <a:srgbClr val="FF0000"/>
                </a:solidFill>
              </a:rPr>
              <a:t>sklearn.preprocessing</a:t>
            </a:r>
            <a:r>
              <a:rPr lang="en-IN" dirty="0" smtClean="0">
                <a:solidFill>
                  <a:srgbClr val="FF0000"/>
                </a:solidFill>
              </a:rPr>
              <a:t> import </a:t>
            </a:r>
            <a:r>
              <a:rPr lang="en-IN" dirty="0" err="1" smtClean="0">
                <a:solidFill>
                  <a:srgbClr val="FF0000"/>
                </a:solidFill>
              </a:rPr>
              <a:t>StandardScaler</a:t>
            </a:r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smtClean="0">
                <a:solidFill>
                  <a:srgbClr val="FF0000"/>
                </a:solidFill>
              </a:rPr>
              <a:t>from </a:t>
            </a:r>
            <a:r>
              <a:rPr lang="en-IN" dirty="0" err="1" smtClean="0">
                <a:solidFill>
                  <a:srgbClr val="FF0000"/>
                </a:solidFill>
              </a:rPr>
              <a:t>sklearn.cluster</a:t>
            </a:r>
            <a:r>
              <a:rPr lang="en-IN" dirty="0" smtClean="0">
                <a:solidFill>
                  <a:srgbClr val="FF0000"/>
                </a:solidFill>
              </a:rPr>
              <a:t> import </a:t>
            </a:r>
            <a:r>
              <a:rPr lang="en-IN" dirty="0" err="1" smtClean="0">
                <a:solidFill>
                  <a:srgbClr val="FF0000"/>
                </a:solidFill>
              </a:rPr>
              <a:t>KMeans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027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2"/>
            <a:ext cx="89289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Step 2: Create the Dataset</a:t>
            </a:r>
          </a:p>
          <a:p>
            <a:r>
              <a:rPr lang="en-US" dirty="0" smtClean="0"/>
              <a:t>Create a dataset with </a:t>
            </a:r>
            <a:r>
              <a:rPr lang="en-US" b="1" dirty="0" smtClean="0"/>
              <a:t>500 data points</a:t>
            </a:r>
            <a:r>
              <a:rPr lang="en-US" dirty="0" smtClean="0"/>
              <a:t> and </a:t>
            </a:r>
            <a:r>
              <a:rPr lang="en-US" b="1" dirty="0" smtClean="0"/>
              <a:t>3 clusters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79512" y="797511"/>
            <a:ext cx="88569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X, y = </a:t>
            </a:r>
            <a:r>
              <a:rPr lang="en-IN" dirty="0" err="1" smtClean="0">
                <a:solidFill>
                  <a:srgbClr val="FF0000"/>
                </a:solidFill>
              </a:rPr>
              <a:t>make_blobs</a:t>
            </a:r>
            <a:r>
              <a:rPr lang="en-IN" dirty="0" smtClean="0">
                <a:solidFill>
                  <a:srgbClr val="FF0000"/>
                </a:solidFill>
              </a:rPr>
              <a:t>(</a:t>
            </a:r>
            <a:r>
              <a:rPr lang="en-IN" dirty="0" err="1" smtClean="0">
                <a:solidFill>
                  <a:srgbClr val="FF0000"/>
                </a:solidFill>
              </a:rPr>
              <a:t>n_samples</a:t>
            </a:r>
            <a:r>
              <a:rPr lang="en-IN" dirty="0" smtClean="0">
                <a:solidFill>
                  <a:srgbClr val="FF0000"/>
                </a:solidFill>
              </a:rPr>
              <a:t>=500, </a:t>
            </a:r>
            <a:r>
              <a:rPr lang="en-IN" dirty="0" err="1" smtClean="0">
                <a:solidFill>
                  <a:srgbClr val="FF0000"/>
                </a:solidFill>
              </a:rPr>
              <a:t>centers</a:t>
            </a:r>
            <a:r>
              <a:rPr lang="en-IN" dirty="0" smtClean="0">
                <a:solidFill>
                  <a:srgbClr val="FF0000"/>
                </a:solidFill>
              </a:rPr>
              <a:t>=3, </a:t>
            </a:r>
            <a:r>
              <a:rPr lang="en-IN" dirty="0" err="1" smtClean="0">
                <a:solidFill>
                  <a:srgbClr val="FF0000"/>
                </a:solidFill>
              </a:rPr>
              <a:t>random_state</a:t>
            </a:r>
            <a:r>
              <a:rPr lang="en-IN" dirty="0" smtClean="0">
                <a:solidFill>
                  <a:srgbClr val="FF0000"/>
                </a:solidFill>
              </a:rPr>
              <a:t>=23)</a:t>
            </a:r>
          </a:p>
          <a:p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err="1" smtClean="0">
                <a:solidFill>
                  <a:srgbClr val="FF0000"/>
                </a:solidFill>
              </a:rPr>
              <a:t>plt.scatter</a:t>
            </a:r>
            <a:r>
              <a:rPr lang="en-IN" dirty="0" smtClean="0">
                <a:solidFill>
                  <a:srgbClr val="FF0000"/>
                </a:solidFill>
              </a:rPr>
              <a:t>(X[:,0], X[:,1</a:t>
            </a:r>
            <a:r>
              <a:rPr lang="en-IN" dirty="0" smtClean="0">
                <a:solidFill>
                  <a:srgbClr val="FF0000"/>
                </a:solidFill>
              </a:rPr>
              <a:t>])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plt.scatter</a:t>
            </a:r>
            <a:r>
              <a:rPr lang="en-US" dirty="0" smtClean="0"/>
              <a:t>(X</a:t>
            </a:r>
            <a:r>
              <a:rPr lang="en-US" dirty="0"/>
              <a:t>[:,0], X[:,1]) </a:t>
            </a:r>
            <a:r>
              <a:rPr lang="en-US" b="1" dirty="0"/>
              <a:t>creates a scatter plot using the first column of X as the x-axis and the second column as the y-axis</a:t>
            </a:r>
            <a:r>
              <a:rPr lang="en-US" b="1" dirty="0" smtClean="0"/>
              <a:t>.)</a:t>
            </a:r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err="1" smtClean="0">
                <a:solidFill>
                  <a:srgbClr val="FF0000"/>
                </a:solidFill>
              </a:rPr>
              <a:t>plt.grid</a:t>
            </a:r>
            <a:r>
              <a:rPr lang="en-IN" dirty="0" smtClean="0">
                <a:solidFill>
                  <a:srgbClr val="FF0000"/>
                </a:solidFill>
              </a:rPr>
              <a:t>(True)</a:t>
            </a:r>
          </a:p>
          <a:p>
            <a:r>
              <a:rPr lang="en-IN" dirty="0" err="1" smtClean="0">
                <a:solidFill>
                  <a:srgbClr val="FF0000"/>
                </a:solidFill>
              </a:rPr>
              <a:t>plt.show</a:t>
            </a:r>
            <a:r>
              <a:rPr lang="en-IN" dirty="0" smtClean="0">
                <a:solidFill>
                  <a:srgbClr val="FF0000"/>
                </a:solidFill>
              </a:rPr>
              <a:t>()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1186" y="2567136"/>
            <a:ext cx="564515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02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2906" y="246278"/>
            <a:ext cx="86095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Step 3: Scale the Data</a:t>
            </a:r>
          </a:p>
          <a:p>
            <a:r>
              <a:rPr lang="en-US" dirty="0" smtClean="0"/>
              <a:t>Scale the features so that all values are on the same scale.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77969" y="908220"/>
            <a:ext cx="85581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>
                <a:solidFill>
                  <a:srgbClr val="FF0000"/>
                </a:solidFill>
              </a:rPr>
              <a:t>scaler</a:t>
            </a:r>
            <a:r>
              <a:rPr lang="en-IN" dirty="0" smtClean="0">
                <a:solidFill>
                  <a:srgbClr val="FF0000"/>
                </a:solidFill>
              </a:rPr>
              <a:t> = </a:t>
            </a:r>
            <a:r>
              <a:rPr lang="en-IN" dirty="0" err="1" smtClean="0">
                <a:solidFill>
                  <a:srgbClr val="FF0000"/>
                </a:solidFill>
              </a:rPr>
              <a:t>StandardScaler</a:t>
            </a:r>
            <a:r>
              <a:rPr lang="en-IN" dirty="0" smtClean="0">
                <a:solidFill>
                  <a:srgbClr val="FF0000"/>
                </a:solidFill>
              </a:rPr>
              <a:t>()</a:t>
            </a:r>
          </a:p>
          <a:p>
            <a:r>
              <a:rPr lang="en-IN" dirty="0" smtClean="0"/>
              <a:t>(</a:t>
            </a:r>
            <a:r>
              <a:rPr lang="en-US" dirty="0"/>
              <a:t>Scales all features so they have mean = 0 and standard deviation = 1</a:t>
            </a:r>
            <a:r>
              <a:rPr lang="en-US" dirty="0" smtClean="0"/>
              <a:t>.)</a:t>
            </a:r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smtClean="0">
                <a:solidFill>
                  <a:srgbClr val="FF0000"/>
                </a:solidFill>
              </a:rPr>
              <a:t>X = </a:t>
            </a:r>
            <a:r>
              <a:rPr lang="en-IN" dirty="0" err="1" smtClean="0">
                <a:solidFill>
                  <a:srgbClr val="FF0000"/>
                </a:solidFill>
              </a:rPr>
              <a:t>scaler.fit_transform</a:t>
            </a:r>
            <a:r>
              <a:rPr lang="en-IN" dirty="0" smtClean="0">
                <a:solidFill>
                  <a:srgbClr val="FF0000"/>
                </a:solidFill>
              </a:rPr>
              <a:t>(X)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2906" y="1990581"/>
            <a:ext cx="86815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Step 4: Apply K-Means Clustering</a:t>
            </a:r>
          </a:p>
          <a:p>
            <a:r>
              <a:rPr lang="en-US" dirty="0" smtClean="0"/>
              <a:t>Create a K-Means model with </a:t>
            </a:r>
            <a:r>
              <a:rPr lang="en-US" b="1" dirty="0" smtClean="0"/>
              <a:t>3 clusters</a:t>
            </a:r>
            <a:r>
              <a:rPr lang="en-US" dirty="0" smtClean="0"/>
              <a:t> and train it using the dataset.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8306" y="2636912"/>
            <a:ext cx="7792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>
                <a:solidFill>
                  <a:srgbClr val="FF0000"/>
                </a:solidFill>
              </a:rPr>
              <a:t>kmeans</a:t>
            </a:r>
            <a:r>
              <a:rPr lang="en-IN" dirty="0" smtClean="0">
                <a:solidFill>
                  <a:srgbClr val="FF0000"/>
                </a:solidFill>
              </a:rPr>
              <a:t> = </a:t>
            </a:r>
            <a:r>
              <a:rPr lang="en-IN" dirty="0" err="1" smtClean="0">
                <a:solidFill>
                  <a:srgbClr val="FF0000"/>
                </a:solidFill>
              </a:rPr>
              <a:t>KMeans</a:t>
            </a:r>
            <a:r>
              <a:rPr lang="en-IN" dirty="0" smtClean="0">
                <a:solidFill>
                  <a:srgbClr val="FF0000"/>
                </a:solidFill>
              </a:rPr>
              <a:t>(</a:t>
            </a:r>
            <a:r>
              <a:rPr lang="en-IN" dirty="0" err="1" smtClean="0">
                <a:solidFill>
                  <a:srgbClr val="FF0000"/>
                </a:solidFill>
              </a:rPr>
              <a:t>n_clusters</a:t>
            </a:r>
            <a:r>
              <a:rPr lang="en-IN" dirty="0" smtClean="0">
                <a:solidFill>
                  <a:srgbClr val="FF0000"/>
                </a:solidFill>
              </a:rPr>
              <a:t>=3, </a:t>
            </a:r>
            <a:r>
              <a:rPr lang="en-IN" dirty="0" err="1" smtClean="0">
                <a:solidFill>
                  <a:srgbClr val="FF0000"/>
                </a:solidFill>
              </a:rPr>
              <a:t>random_state</a:t>
            </a:r>
            <a:r>
              <a:rPr lang="en-IN" dirty="0" smtClean="0">
                <a:solidFill>
                  <a:srgbClr val="FF0000"/>
                </a:solidFill>
              </a:rPr>
              <a:t>=23)</a:t>
            </a:r>
          </a:p>
          <a:p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err="1" smtClean="0">
                <a:solidFill>
                  <a:srgbClr val="FF0000"/>
                </a:solidFill>
              </a:rPr>
              <a:t>kmeans.fit</a:t>
            </a:r>
            <a:r>
              <a:rPr lang="en-IN" dirty="0" smtClean="0">
                <a:solidFill>
                  <a:srgbClr val="FF0000"/>
                </a:solidFill>
              </a:rPr>
              <a:t>(X)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9220" y="3573016"/>
            <a:ext cx="8496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Step 5: Get Cluster Labels and Centroids</a:t>
            </a:r>
          </a:p>
          <a:p>
            <a:r>
              <a:rPr lang="en-US" dirty="0" smtClean="0"/>
              <a:t>Retrieve the cluster assigned to each data point and the final cluster centers.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95536" y="4437112"/>
            <a:ext cx="77048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labels = </a:t>
            </a:r>
            <a:r>
              <a:rPr lang="en-IN" dirty="0" err="1" smtClean="0">
                <a:solidFill>
                  <a:srgbClr val="FF0000"/>
                </a:solidFill>
              </a:rPr>
              <a:t>kmeans.labels</a:t>
            </a:r>
            <a:r>
              <a:rPr lang="en-IN" dirty="0" smtClean="0">
                <a:solidFill>
                  <a:srgbClr val="FF0000"/>
                </a:solidFill>
              </a:rPr>
              <a:t>_</a:t>
            </a:r>
          </a:p>
          <a:p>
            <a:endParaRPr lang="en-IN" dirty="0" smtClean="0">
              <a:solidFill>
                <a:srgbClr val="FF0000"/>
              </a:solidFill>
            </a:endParaRPr>
          </a:p>
          <a:p>
            <a:r>
              <a:rPr lang="en-IN" dirty="0" smtClean="0">
                <a:solidFill>
                  <a:srgbClr val="FF0000"/>
                </a:solidFill>
              </a:rPr>
              <a:t>centroids = </a:t>
            </a:r>
            <a:r>
              <a:rPr lang="en-IN" dirty="0" err="1" smtClean="0">
                <a:solidFill>
                  <a:srgbClr val="FF0000"/>
                </a:solidFill>
              </a:rPr>
              <a:t>kmeans.cluster_centers</a:t>
            </a:r>
            <a:r>
              <a:rPr lang="en-IN" dirty="0" smtClean="0">
                <a:solidFill>
                  <a:srgbClr val="FF0000"/>
                </a:solidFill>
              </a:rPr>
              <a:t>_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02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88640"/>
            <a:ext cx="8784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Step 6: Plot the Clusters</a:t>
            </a:r>
          </a:p>
          <a:p>
            <a:r>
              <a:rPr lang="en-US" dirty="0" smtClean="0"/>
              <a:t>Display the clustered data along with the cluster centers.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51520" y="908720"/>
            <a:ext cx="91450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plt.scatter</a:t>
            </a:r>
            <a:r>
              <a:rPr lang="en-US" dirty="0" smtClean="0">
                <a:solidFill>
                  <a:srgbClr val="FF0000"/>
                </a:solidFill>
              </a:rPr>
              <a:t>(X[:,0], X[:,1], c=labels)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/>
              <a:t>X[:,0] → </a:t>
            </a:r>
            <a:r>
              <a:rPr lang="en-US" b="1" dirty="0"/>
              <a:t>All rows, first column</a:t>
            </a:r>
            <a:r>
              <a:rPr lang="en-US" dirty="0"/>
              <a:t> (x-values) X[:,1] → </a:t>
            </a:r>
            <a:r>
              <a:rPr lang="en-US" b="1" dirty="0"/>
              <a:t>All rows, second column</a:t>
            </a:r>
            <a:r>
              <a:rPr lang="en-US" dirty="0"/>
              <a:t> (y-values</a:t>
            </a:r>
            <a:r>
              <a:rPr lang="en-US" dirty="0" smtClean="0"/>
              <a:t>)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FF0000"/>
                </a:solidFill>
              </a:rPr>
              <a:t>plt.scatter</a:t>
            </a:r>
            <a:r>
              <a:rPr lang="en-US" dirty="0" smtClean="0">
                <a:solidFill>
                  <a:srgbClr val="FF0000"/>
                </a:solidFill>
              </a:rPr>
              <a:t>(centroids[:,0], centroids[:,1],marker='^', c='red', s=200)</a:t>
            </a:r>
          </a:p>
          <a:p>
            <a:r>
              <a:rPr lang="en-US" dirty="0" smtClean="0"/>
              <a:t>(centroids</a:t>
            </a:r>
            <a:r>
              <a:rPr lang="en-US" dirty="0"/>
              <a:t>[:,0] → </a:t>
            </a:r>
            <a:r>
              <a:rPr lang="en-US" b="1" dirty="0"/>
              <a:t>All cluster centers, first column (x-coordinates)</a:t>
            </a:r>
            <a:r>
              <a:rPr lang="en-US" dirty="0"/>
              <a:t> centroids[:,1] → </a:t>
            </a:r>
            <a:r>
              <a:rPr lang="en-US" b="1" dirty="0"/>
              <a:t>All cluster centers, second column (y-coordinates)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err="1" smtClean="0">
                <a:solidFill>
                  <a:srgbClr val="FF0000"/>
                </a:solidFill>
              </a:rPr>
              <a:t>plt.grid</a:t>
            </a:r>
            <a:r>
              <a:rPr lang="en-US" dirty="0" smtClean="0">
                <a:solidFill>
                  <a:srgbClr val="FF0000"/>
                </a:solidFill>
              </a:rPr>
              <a:t>(True)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plt.show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642995"/>
            <a:ext cx="5115545" cy="366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027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520</Words>
  <Application>Microsoft Office PowerPoint</Application>
  <PresentationFormat>On-screen Show (4:3)</PresentationFormat>
  <Paragraphs>62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</cp:revision>
  <dcterms:created xsi:type="dcterms:W3CDTF">2026-07-01T09:06:43Z</dcterms:created>
  <dcterms:modified xsi:type="dcterms:W3CDTF">2026-07-01T10:15:56Z</dcterms:modified>
</cp:coreProperties>
</file>