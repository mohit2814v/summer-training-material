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4E70B-21BE-4412-BA38-8BCB5D7C561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2D792-26AA-4D0B-8A76-4F822BD33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1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887a4b6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887a4b6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db20ce3d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db20ce3d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db20ce3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db20ce3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6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06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56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056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4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3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2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0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8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7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2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26B3B-EE46-4E67-8ADB-E7E42550A2A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C713-AF29-4260-B275-EBD940A4E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59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ctrTitle" idx="4294967295"/>
          </p:nvPr>
        </p:nvSpPr>
        <p:spPr>
          <a:xfrm>
            <a:off x="762000" y="28956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Introduction to Scikit Learn</a:t>
            </a:r>
            <a:br>
              <a:rPr lang="en-US" b="1"/>
            </a:br>
            <a:r>
              <a:rPr lang="en-US"/>
              <a:t/>
            </a:r>
            <a:br>
              <a:rPr lang="en-US"/>
            </a:br>
            <a:endParaRPr/>
          </a:p>
        </p:txBody>
      </p:sp>
    </p:spTree>
    <p:extLst>
      <p:ext uri="{BB962C8B-B14F-4D97-AF65-F5344CB8AC3E}">
        <p14:creationId xmlns:p14="http://schemas.microsoft.com/office/powerpoint/2010/main" val="17465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/>
        </p:nvSpPr>
        <p:spPr>
          <a:xfrm>
            <a:off x="171150" y="1060651"/>
            <a:ext cx="8846700" cy="3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Scikit-learn is an open-source Python library that simplifies the process of building machine learning models. </a:t>
            </a:r>
            <a:endParaRPr sz="20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0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685800" lvl="0" indent="-358775" algn="l" rtl="0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2050"/>
              <a:buFont typeface="Nunito"/>
              <a:buChar char="●"/>
            </a:pPr>
            <a:r>
              <a:rPr lang="en-US" sz="20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classification, regression </a:t>
            </a:r>
            <a:r>
              <a:rPr lang="en-US"/>
              <a:t>(predicting a continuous numeric value (like price, salary, or marks) based on input data)</a:t>
            </a:r>
            <a:r>
              <a:rPr lang="en-US" sz="20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clustering and preprocessing</a:t>
            </a:r>
            <a:endParaRPr sz="20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685800" lvl="0" indent="-358775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50"/>
              <a:buFont typeface="Nunito"/>
              <a:buChar char="●"/>
            </a:pPr>
            <a:r>
              <a:rPr lang="en-US" sz="20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Makes model building fast and reliable</a:t>
            </a:r>
            <a:endParaRPr sz="20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685800" lvl="0" indent="-358775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50"/>
              <a:buFont typeface="Nunito"/>
              <a:buChar char="●"/>
            </a:pPr>
            <a:r>
              <a:rPr lang="en-US" sz="20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Provides tools for training and evaluation</a:t>
            </a:r>
            <a:endParaRPr sz="20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685800" lvl="0" indent="-358775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50"/>
              <a:buFont typeface="Nunito"/>
              <a:buChar char="●"/>
            </a:pPr>
            <a:r>
              <a:rPr lang="en-US" sz="20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Reduces complexity, No manual implementation of algorithms</a:t>
            </a:r>
            <a:endParaRPr sz="20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37331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/>
        </p:nvSpPr>
        <p:spPr>
          <a:xfrm>
            <a:off x="135000" y="373625"/>
            <a:ext cx="8692800" cy="57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Step 1: Loading a Dataset</a:t>
            </a:r>
            <a:endParaRPr sz="20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A dataset is made up of two main parts: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Features (X):</a:t>
            </a:r>
            <a:r>
              <a:rPr lang="en-US" sz="2000" dirty="0">
                <a:solidFill>
                  <a:schemeClr val="dk1"/>
                </a:solidFill>
              </a:rPr>
              <a:t> These are the input values that describe the data, such as length, width, or other measurements.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Target (y):</a:t>
            </a:r>
            <a:r>
              <a:rPr lang="en-US" sz="2000" dirty="0">
                <a:solidFill>
                  <a:schemeClr val="dk1"/>
                </a:solidFill>
              </a:rPr>
              <a:t> This is the output value that we want the machine learning model to predict.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</a:rPr>
              <a:t>Scikit</a:t>
            </a:r>
            <a:r>
              <a:rPr lang="en-US" sz="2000" dirty="0">
                <a:solidFill>
                  <a:schemeClr val="dk1"/>
                </a:solidFill>
              </a:rPr>
              <a:t>-learn provides some ready-made datasets that are very useful for practice, such as Iris, Digits, and Boston Housing. When using the Iris dataset: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</a:rPr>
              <a:t>load_iris</a:t>
            </a:r>
            <a:r>
              <a:rPr lang="en-US" sz="2000" b="1" dirty="0">
                <a:solidFill>
                  <a:schemeClr val="dk1"/>
                </a:solidFill>
              </a:rPr>
              <a:t>():</a:t>
            </a:r>
            <a:r>
              <a:rPr lang="en-US" sz="2000" dirty="0">
                <a:solidFill>
                  <a:schemeClr val="dk1"/>
                </a:solidFill>
              </a:rPr>
              <a:t> This function is used to load the dataset into the program.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X:</a:t>
            </a:r>
            <a:r>
              <a:rPr lang="en-US" sz="2000" dirty="0">
                <a:solidFill>
                  <a:schemeClr val="dk1"/>
                </a:solidFill>
              </a:rPr>
              <a:t> This variable stores all the feature values of the dataset.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y:</a:t>
            </a:r>
            <a:r>
              <a:rPr lang="en-US" sz="2000" dirty="0">
                <a:solidFill>
                  <a:schemeClr val="dk1"/>
                </a:solidFill>
              </a:rPr>
              <a:t> This variable stores the target labels for each data record.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1" dirty="0" err="1">
                <a:solidFill>
                  <a:schemeClr val="dk1"/>
                </a:solidFill>
              </a:rPr>
              <a:t>feature_names</a:t>
            </a:r>
            <a:r>
              <a:rPr lang="en-US" sz="2000" dirty="0">
                <a:solidFill>
                  <a:schemeClr val="dk1"/>
                </a:solidFill>
              </a:rPr>
              <a:t> and </a:t>
            </a:r>
            <a:r>
              <a:rPr lang="en-US" sz="2000" b="1" dirty="0" err="1">
                <a:solidFill>
                  <a:schemeClr val="dk1"/>
                </a:solidFill>
              </a:rPr>
              <a:t>target_names</a:t>
            </a:r>
            <a:r>
              <a:rPr lang="en-US" sz="2000" b="1" dirty="0">
                <a:solidFill>
                  <a:schemeClr val="dk1"/>
                </a:solidFill>
              </a:rPr>
              <a:t>:</a:t>
            </a:r>
            <a:r>
              <a:rPr lang="en-US" sz="2000" dirty="0">
                <a:solidFill>
                  <a:schemeClr val="dk1"/>
                </a:solidFill>
              </a:rPr>
              <a:t> These give meaningful names to the features and target classes, making the data easier to understand.</a:t>
            </a:r>
            <a:endParaRPr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26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887a4b63_0_13"/>
          <p:cNvSpPr txBox="1">
            <a:spLocks noGrp="1"/>
          </p:cNvSpPr>
          <p:nvPr>
            <p:ph type="title"/>
          </p:nvPr>
        </p:nvSpPr>
        <p:spPr>
          <a:xfrm>
            <a:off x="324625" y="228598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Loading and Exploring the Iris Dataset using scikit-learn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156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/>
        </p:nvSpPr>
        <p:spPr>
          <a:xfrm>
            <a:off x="192850" y="530300"/>
            <a:ext cx="8897400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sklearn.datasets import load_iris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Load the Iris dataset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iris = load_iris()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X contains input data (features like sepal length, petal width,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 = iris.data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y contains output data (flower category to predict)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 = iris.target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Names of the input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feature_names = iris.feature_names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Names of the target classes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target_names = iris.target_names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Print feature and target names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print("Feature names:", feature_names)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print("Target names:", target_names)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Check the data type of 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print("\nType of X is:", type(X))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Display first 5 rows of feature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print("\nFirst 5 rows of X:\n", X[:5])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36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347700" y="1639150"/>
            <a:ext cx="8448600" cy="4279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Feature names: ['sepal length (cm)', 'sepal width (cm)',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        'petal length (cm)', 'petal width (cm)']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Target names: ['setosa' 'versicolor' 'virginica']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Type of X is: &lt;class 'numpy.ndarray'&gt;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First 5 rows of X: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[[5.1 3.5 1.4 0.2]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[4.9 3.0 1.4 0.2]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[4.7 3.2 1.3 0.2]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[4.6 3.1 1.5 0.2]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[5.0 3.6 1.4 0.2]]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2651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/>
        </p:nvSpPr>
        <p:spPr>
          <a:xfrm>
            <a:off x="231754" y="168740"/>
            <a:ext cx="8508900" cy="691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Step 2: Splitting the Dataset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To check how well a machine learning model works,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we divide the dataset into two parts: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1. Training data – used to teach the model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2. Testing data – used to test the model's performance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from sklearn.model_selection import train_test_split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Split the data: 60% for training and 40% for testing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random_state=1 is used so we get the same result every time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X_train, X_test, y_train, y_test = train_test_split(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X, y, test_size=0.4, random_state=1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Check the shape of the split data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This confirms that the data is divided correctly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print("X_train Shape:", X_train.shape)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print("X_test Shape:", X_test.shape)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print("Y_train Shape:", y_train.shape)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print("Y_test Shape:", y_test.shape)</a:t>
            </a:r>
            <a:br>
              <a:rPr lang="en-US" sz="1900"/>
            </a:br>
            <a:r>
              <a:rPr lang="en-US" sz="1900"/>
              <a:t>print("Total rows in X_train "+str(len(X_train)))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print("Total Elements (R*C)  "+str(X_train.size))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0576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626775" y="349525"/>
            <a:ext cx="5209200" cy="26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X_train Shape: (90, 4)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X_test Shape: (60, 4)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Y_train Shape: (90,)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Y_test Shape: (60,)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 rows in X_train 90</a:t>
            </a:r>
            <a:endParaRPr sz="2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 Elements 360</a:t>
            </a:r>
            <a:endParaRPr sz="2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64" name="Google Shape;164;p14"/>
          <p:cNvSpPr txBox="1"/>
          <p:nvPr/>
        </p:nvSpPr>
        <p:spPr>
          <a:xfrm>
            <a:off x="361589" y="3633900"/>
            <a:ext cx="8433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</a:rPr>
              <a:t>Simple Explanation: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The dataset has 150 records. After splitting, 90 records are used for training and 60 records are used for testing.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Each record has 4 features. Checking the shapes helps us confirm that the split is correct before training the model.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5271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/>
        </p:nvSpPr>
        <p:spPr>
          <a:xfrm>
            <a:off x="132600" y="253100"/>
            <a:ext cx="8487600" cy="6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Step 3: Handling Categorical Data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Machine learning models understand only numbers.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So, text data (categorical data) must be converted into numeric form.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---------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1. Label Encoding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---------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Each category is converted into a number.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Example: bird -&gt; 0, cat -&gt; 1, dog -&gt; 2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 This method is useful when categories have an order.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from sklearn.preprocessing import LabelEncoder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categorical_feature = ['cat', 'dog', 'dog', 'cat', 'bird']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encoder = LabelEncoder()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encoded_feature = encoder.fit_transform(categorical_feature)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print("Label Encoded feature:", encoded_feature)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70" name="Google Shape;170;p15"/>
          <p:cNvSpPr txBox="1"/>
          <p:nvPr/>
        </p:nvSpPr>
        <p:spPr>
          <a:xfrm>
            <a:off x="5737075" y="3929175"/>
            <a:ext cx="3184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 Output: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 Label Encoded feature: [1 2 2 1 0]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12969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b20ce3d7_0_3"/>
          <p:cNvSpPr txBox="1"/>
          <p:nvPr/>
        </p:nvSpPr>
        <p:spPr>
          <a:xfrm>
            <a:off x="192853" y="433902"/>
            <a:ext cx="8716500" cy="6061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 smtClean="0">
                <a:solidFill>
                  <a:schemeClr val="dk1"/>
                </a:solidFill>
              </a:rPr>
              <a:t>1</a:t>
            </a:r>
            <a:r>
              <a:rPr lang="en-US" sz="1600" b="1" dirty="0">
                <a:solidFill>
                  <a:schemeClr val="dk1"/>
                </a:solidFill>
              </a:rPr>
              <a:t>.</a:t>
            </a:r>
            <a:r>
              <a:rPr lang="en-US" sz="1600" b="1" dirty="0" smtClean="0">
                <a:solidFill>
                  <a:schemeClr val="dk1"/>
                </a:solidFill>
              </a:rPr>
              <a:t>What </a:t>
            </a:r>
            <a:r>
              <a:rPr lang="en-US" sz="1600" b="1" dirty="0">
                <a:solidFill>
                  <a:schemeClr val="dk1"/>
                </a:solidFill>
              </a:rPr>
              <a:t>this does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encoder.fit_transform</a:t>
            </a: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categorical_feature</a:t>
            </a: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categorical_feature</a:t>
            </a:r>
            <a:r>
              <a:rPr lang="en-US" dirty="0">
                <a:solidFill>
                  <a:schemeClr val="dk1"/>
                </a:solidFill>
              </a:rPr>
              <a:t> → column with </a:t>
            </a:r>
            <a:r>
              <a:rPr lang="en-US" b="1" dirty="0">
                <a:solidFill>
                  <a:schemeClr val="dk1"/>
                </a:solidFill>
              </a:rPr>
              <a:t>text or category values</a:t>
            </a:r>
            <a:r>
              <a:rPr lang="en-US" dirty="0">
                <a:solidFill>
                  <a:schemeClr val="dk1"/>
                </a:solidFill>
              </a:rPr>
              <a:t>, e.g., </a:t>
            </a: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['Red', 'Blue', 'Green']</a:t>
            </a:r>
            <a:b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encoder</a:t>
            </a:r>
            <a:r>
              <a:rPr lang="en-US" dirty="0">
                <a:solidFill>
                  <a:schemeClr val="dk1"/>
                </a:solidFill>
              </a:rPr>
              <a:t> → a tool that </a:t>
            </a:r>
            <a:r>
              <a:rPr lang="en-US" b="1" dirty="0">
                <a:solidFill>
                  <a:schemeClr val="dk1"/>
                </a:solidFill>
              </a:rPr>
              <a:t>converts categories into numbers</a:t>
            </a:r>
            <a:r>
              <a:rPr lang="en-US" dirty="0">
                <a:solidFill>
                  <a:schemeClr val="dk1"/>
                </a:solidFill>
              </a:rPr>
              <a:t> so ML can use them</a:t>
            </a:r>
            <a:br>
              <a:rPr lang="en-U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 smtClean="0">
                <a:solidFill>
                  <a:schemeClr val="dk1"/>
                </a:solidFill>
              </a:rPr>
              <a:t>2. Two </a:t>
            </a:r>
            <a:r>
              <a:rPr lang="en-US" sz="1600" b="1" dirty="0">
                <a:solidFill>
                  <a:schemeClr val="dk1"/>
                </a:solidFill>
              </a:rPr>
              <a:t>steps in one command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</a:rPr>
              <a:t>fit</a:t>
            </a:r>
            <a:r>
              <a:rPr lang="en-US" dirty="0">
                <a:solidFill>
                  <a:schemeClr val="dk1"/>
                </a:solidFill>
              </a:rPr>
              <a:t> → looks at all unique categories in your data and </a:t>
            </a:r>
            <a:r>
              <a:rPr lang="en-US" b="1" dirty="0">
                <a:solidFill>
                  <a:schemeClr val="dk1"/>
                </a:solidFill>
              </a:rPr>
              <a:t>learns a mapping</a:t>
            </a:r>
            <a:br>
              <a:rPr lang="en-US" b="1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 Example: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/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'Red'   → 0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'Blue'  → 1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'Green' → 2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 b="1" dirty="0">
                <a:solidFill>
                  <a:schemeClr val="dk1"/>
                </a:solidFill>
              </a:rPr>
              <a:t>transform</a:t>
            </a:r>
            <a:r>
              <a:rPr lang="en-US" dirty="0">
                <a:solidFill>
                  <a:schemeClr val="dk1"/>
                </a:solidFill>
              </a:rPr>
              <a:t> → replaces the original text with </a:t>
            </a:r>
            <a:r>
              <a:rPr lang="en-US" b="1" dirty="0">
                <a:solidFill>
                  <a:schemeClr val="dk1"/>
                </a:solidFill>
              </a:rPr>
              <a:t>numbers using that </a:t>
            </a:r>
            <a:r>
              <a:rPr lang="en-US" b="1" dirty="0" smtClean="0">
                <a:solidFill>
                  <a:schemeClr val="dk1"/>
                </a:solidFill>
              </a:rPr>
              <a:t>mapping</a:t>
            </a:r>
            <a:r>
              <a:rPr lang="en-US" b="1" dirty="0">
                <a:solidFill>
                  <a:schemeClr val="dk1"/>
                </a:solidFill>
              </a:rPr>
              <a:t/>
            </a:r>
            <a:br>
              <a:rPr lang="en-US" b="1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['Red', 'Green', 'Blue', 'Red'] → [0, 2, 1, 0</a:t>
            </a:r>
            <a:r>
              <a:rPr lang="en-US" dirty="0" smtClean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</a:p>
          <a:p>
            <a:pPr marL="1397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 b="1" dirty="0" err="1">
                <a:solidFill>
                  <a:schemeClr val="dk1"/>
                </a:solidFill>
              </a:rPr>
              <a:t>fit_transform</a:t>
            </a:r>
            <a:r>
              <a:rPr lang="en-US" dirty="0">
                <a:solidFill>
                  <a:schemeClr val="dk1"/>
                </a:solidFill>
              </a:rPr>
              <a:t> = </a:t>
            </a:r>
            <a:r>
              <a:rPr lang="en-US" b="1" dirty="0">
                <a:solidFill>
                  <a:schemeClr val="dk1"/>
                </a:solidFill>
              </a:rPr>
              <a:t>fit + transform together in one step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02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/>
        </p:nvSpPr>
        <p:spPr>
          <a:xfrm>
            <a:off x="277197" y="132563"/>
            <a:ext cx="6167011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---------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2. One-Hot Encoding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---------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One-Hot Encoding creates separate columns for each category.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It is used when categories have NO natural order.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OneHotEncoder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 smtClean="0"/>
              <a:t>np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categorical_feature</a:t>
            </a:r>
            <a:r>
              <a:rPr lang="en-US" dirty="0"/>
              <a:t> = ['cat', 'dog', 'dog', 'cat', 'bird']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Convert to 2D array as required by </a:t>
            </a:r>
            <a:r>
              <a:rPr lang="en-US" dirty="0" err="1"/>
              <a:t>OneHotEncoder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categorical_feature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</a:t>
            </a:r>
            <a:r>
              <a:rPr lang="en-US" dirty="0" err="1"/>
              <a:t>categorical_feature</a:t>
            </a:r>
            <a:r>
              <a:rPr lang="en-US" dirty="0"/>
              <a:t>).reshape(-1, 1</a:t>
            </a:r>
            <a:r>
              <a:rPr lang="en-US" dirty="0" smtClean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encoder = </a:t>
            </a:r>
            <a:r>
              <a:rPr lang="en-US" dirty="0" err="1"/>
              <a:t>OneHotEncoder</a:t>
            </a:r>
            <a:r>
              <a:rPr lang="en-US" dirty="0"/>
              <a:t>(</a:t>
            </a:r>
            <a:r>
              <a:rPr lang="en-US" dirty="0" err="1"/>
              <a:t>sparse_output</a:t>
            </a:r>
            <a:r>
              <a:rPr lang="en-US" dirty="0"/>
              <a:t>=False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/>
              <a:t>(</a:t>
            </a:r>
            <a:r>
              <a:rPr lang="en-US" dirty="0" err="1" smtClean="0"/>
              <a:t>OneHotEncoder</a:t>
            </a:r>
            <a:r>
              <a:rPr lang="en-US" dirty="0" smtClean="0"/>
              <a:t> </a:t>
            </a:r>
            <a:r>
              <a:rPr lang="en-US" dirty="0"/>
              <a:t>normally returns a </a:t>
            </a:r>
            <a:r>
              <a:rPr lang="en-US" b="1" dirty="0"/>
              <a:t>sparse matrix</a:t>
            </a:r>
            <a:r>
              <a:rPr lang="en-US" dirty="0"/>
              <a:t> (memory-efficient format</a:t>
            </a:r>
            <a:r>
              <a:rPr lang="en-US" dirty="0" smtClean="0"/>
              <a:t>))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encoded_feature</a:t>
            </a:r>
            <a:r>
              <a:rPr lang="en-US" dirty="0"/>
              <a:t> = </a:t>
            </a:r>
            <a:r>
              <a:rPr lang="en-US" dirty="0" err="1"/>
              <a:t>encoder.fit_transform</a:t>
            </a:r>
            <a:r>
              <a:rPr lang="en-US" dirty="0"/>
              <a:t>(</a:t>
            </a:r>
            <a:r>
              <a:rPr lang="en-US" dirty="0" err="1"/>
              <a:t>categorical_feature</a:t>
            </a:r>
            <a:r>
              <a:rPr lang="en-US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print("One-Hot Encoded feature:\n", </a:t>
            </a:r>
            <a:r>
              <a:rPr lang="en-US" dirty="0" err="1"/>
              <a:t>encoded_feature</a:t>
            </a:r>
            <a:r>
              <a:rPr lang="en-US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16"/>
          <p:cNvSpPr txBox="1"/>
          <p:nvPr/>
        </p:nvSpPr>
        <p:spPr>
          <a:xfrm>
            <a:off x="6516216" y="1268760"/>
            <a:ext cx="2627784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Output: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One-Hot Encoded feature: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[[0. 1. 0.]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[0. 0. 1.]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[0. 0. 1.]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[0. 1. 0.]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[1. 0. 0.]]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Note: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Other encoding methods also exist such as Mean Encoding.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787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db20ce3d7_0_11"/>
          <p:cNvSpPr txBox="1">
            <a:spLocks noGrp="1"/>
          </p:cNvSpPr>
          <p:nvPr>
            <p:ph type="body" idx="1"/>
          </p:nvPr>
        </p:nvSpPr>
        <p:spPr>
          <a:xfrm>
            <a:off x="192075" y="226200"/>
            <a:ext cx="8705400" cy="66318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700" dirty="0" smtClean="0"/>
              <a:t>1. What </a:t>
            </a:r>
            <a:r>
              <a:rPr lang="en-US" sz="1700" dirty="0"/>
              <a:t>One-Hot Encoding is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Idea: Turn a categorical column into multiple binary columns, one for each category.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Use case: When categories have no order (like cat, dog, bird)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Each column = 1 category → 1 if present, 0 if </a:t>
            </a:r>
            <a:br>
              <a:rPr lang="en-US" sz="1700" dirty="0"/>
            </a:b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700" dirty="0" smtClean="0"/>
              <a:t>2. Step </a:t>
            </a:r>
            <a:r>
              <a:rPr lang="en-US" sz="1700" dirty="0"/>
              <a:t>by step code explanation</a:t>
            </a: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700" dirty="0" err="1"/>
              <a:t>categorical_feature</a:t>
            </a:r>
            <a:r>
              <a:rPr lang="en-US" sz="1700" dirty="0"/>
              <a:t> = ['cat', 'dog', 'dog', 'cat', 'bird']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Original data: 1 column with text labels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We have 3 categories: 'cat', 'dog', 'bird</a:t>
            </a: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700" dirty="0" err="1"/>
              <a:t>categorical_feature</a:t>
            </a:r>
            <a:r>
              <a:rPr lang="en-US" sz="1700" dirty="0"/>
              <a:t> = </a:t>
            </a:r>
            <a:r>
              <a:rPr lang="en-US" sz="1700" dirty="0" err="1"/>
              <a:t>np.array</a:t>
            </a:r>
            <a:r>
              <a:rPr lang="en-US" sz="1700" dirty="0"/>
              <a:t>(</a:t>
            </a:r>
            <a:r>
              <a:rPr lang="en-US" sz="1700" dirty="0" err="1"/>
              <a:t>categorical_feature</a:t>
            </a:r>
            <a:r>
              <a:rPr lang="en-US" sz="1700" dirty="0"/>
              <a:t>).reshape(-1, 1)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 err="1"/>
              <a:t>OneHotEncoder</a:t>
            </a:r>
            <a:r>
              <a:rPr lang="en-US" sz="1700" dirty="0"/>
              <a:t> requires a 2D array, so we reshape from (5,) → (5,1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Each row = 1 item</a:t>
            </a:r>
            <a:br>
              <a:rPr lang="en-US" sz="1700" dirty="0"/>
            </a:b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700" dirty="0"/>
              <a:t>encoder = </a:t>
            </a:r>
            <a:r>
              <a:rPr lang="en-US" sz="1700" dirty="0" err="1"/>
              <a:t>OneHotEncoder</a:t>
            </a:r>
            <a:r>
              <a:rPr lang="en-US" sz="1700" dirty="0"/>
              <a:t>(</a:t>
            </a:r>
            <a:r>
              <a:rPr lang="en-US" sz="1700" dirty="0" err="1"/>
              <a:t>sparse_output</a:t>
            </a:r>
            <a:r>
              <a:rPr lang="en-US" sz="1700" dirty="0"/>
              <a:t>=False)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Creates the encoder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 err="1"/>
              <a:t>sparse_output</a:t>
            </a:r>
            <a:r>
              <a:rPr lang="en-US" sz="1700" dirty="0"/>
              <a:t>=False → returns normal array instead of sparse matrix</a:t>
            </a:r>
            <a:br>
              <a:rPr lang="en-US" sz="1700" dirty="0"/>
            </a:b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700" dirty="0" err="1"/>
              <a:t>encoded_feature</a:t>
            </a:r>
            <a:r>
              <a:rPr lang="en-US" sz="1700" dirty="0"/>
              <a:t> = </a:t>
            </a:r>
            <a:r>
              <a:rPr lang="en-US" sz="1700" dirty="0" err="1"/>
              <a:t>encoder.fit_transform</a:t>
            </a:r>
            <a:r>
              <a:rPr lang="en-US" sz="1700" dirty="0"/>
              <a:t>(</a:t>
            </a:r>
            <a:r>
              <a:rPr lang="en-US" sz="1700" dirty="0" err="1"/>
              <a:t>categorical_feature</a:t>
            </a:r>
            <a:r>
              <a:rPr lang="en-US" sz="1700" dirty="0"/>
              <a:t>)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fit → learns the 3 unique categories ('bird', 'cat', 'dog'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transform → converts each category into binary </a:t>
            </a:r>
            <a:endParaRPr sz="1700" dirty="0"/>
          </a:p>
          <a:p>
            <a:pPr marL="457200" lvl="0" indent="-31432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</a:pPr>
            <a:r>
              <a:rPr lang="en-US" sz="1700" dirty="0"/>
              <a:t>Result = 5 rows × 3 </a:t>
            </a: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700" dirty="0" smtClean="0"/>
              <a:t>3. How </a:t>
            </a:r>
            <a:r>
              <a:rPr lang="en-US" sz="1700" dirty="0"/>
              <a:t>the encoded array looks</a:t>
            </a: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700" dirty="0"/>
              <a:t>Original: ['cat', 'dog', 'dog', 'cat', 'bird']</a:t>
            </a: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endParaRPr sz="1700" dirty="0"/>
          </a:p>
        </p:txBody>
      </p:sp>
      <p:sp>
        <p:nvSpPr>
          <p:cNvPr id="187" name="Google Shape;187;g3bdb20ce3d7_0_11"/>
          <p:cNvSpPr txBox="1"/>
          <p:nvPr/>
        </p:nvSpPr>
        <p:spPr>
          <a:xfrm>
            <a:off x="6804248" y="2971304"/>
            <a:ext cx="1979378" cy="352708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Encoded: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[[0. 1. 0.]   # cat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0. 1.]   # dog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0. 1.]   # dog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1. 0.]   # cat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[1. 0. 0.]]  # bird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Columns represent: ['bird', 'cat', 'dog']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527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→ category is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527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→ category is not present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730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/>
        </p:nvSpPr>
        <p:spPr>
          <a:xfrm>
            <a:off x="179512" y="-171400"/>
            <a:ext cx="86562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Step 4: Training the Model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Now the data is ready, so we train a machine learning model.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We use Logistic Regression here.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from </a:t>
            </a:r>
            <a:r>
              <a:rPr lang="en-US" sz="1400" dirty="0" err="1"/>
              <a:t>sklearn.linear_model</a:t>
            </a:r>
            <a:r>
              <a:rPr lang="en-US" sz="1400" dirty="0"/>
              <a:t> import </a:t>
            </a:r>
            <a:r>
              <a:rPr lang="en-US" sz="1400" dirty="0" err="1"/>
              <a:t>LogisticRegression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Create the model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log_reg</a:t>
            </a:r>
            <a:r>
              <a:rPr lang="en-US" sz="1400" dirty="0"/>
              <a:t> = </a:t>
            </a:r>
            <a:r>
              <a:rPr lang="en-US" sz="1400" dirty="0" err="1"/>
              <a:t>LogisticRegression</a:t>
            </a:r>
            <a:r>
              <a:rPr lang="en-US" sz="1400" dirty="0"/>
              <a:t>(</a:t>
            </a:r>
            <a:r>
              <a:rPr lang="en-US" sz="1400" dirty="0" err="1"/>
              <a:t>max_iter</a:t>
            </a:r>
            <a:r>
              <a:rPr lang="en-US" sz="1400" dirty="0"/>
              <a:t>=200)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Train the model using training data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log_reg.fit</a:t>
            </a:r>
            <a:r>
              <a:rPr lang="en-US" sz="1400" dirty="0"/>
              <a:t>(</a:t>
            </a:r>
            <a:r>
              <a:rPr lang="en-US" sz="1400" dirty="0" err="1"/>
              <a:t>X_train</a:t>
            </a:r>
            <a:r>
              <a:rPr lang="en-US" sz="1400" dirty="0"/>
              <a:t>, </a:t>
            </a:r>
            <a:r>
              <a:rPr lang="en-US" sz="1400" dirty="0" err="1"/>
              <a:t>y_train</a:t>
            </a:r>
            <a:r>
              <a:rPr lang="en-US" sz="1400" dirty="0"/>
              <a:t>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print("Model trained using Logistic Regression")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93" name="Google Shape;193;p17"/>
          <p:cNvSpPr txBox="1"/>
          <p:nvPr/>
        </p:nvSpPr>
        <p:spPr>
          <a:xfrm>
            <a:off x="274523" y="3429000"/>
            <a:ext cx="7207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Step 5: Making Predictions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Use the trained model to predict output for test data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y_pred</a:t>
            </a:r>
            <a:r>
              <a:rPr lang="en-US" sz="1400" dirty="0"/>
              <a:t> = </a:t>
            </a:r>
            <a:r>
              <a:rPr lang="en-US" sz="1400" dirty="0" err="1"/>
              <a:t>log_reg.predict</a:t>
            </a:r>
            <a:r>
              <a:rPr lang="en-US" sz="1400" dirty="0"/>
              <a:t>(</a:t>
            </a:r>
            <a:r>
              <a:rPr lang="en-US" sz="1400" dirty="0" err="1"/>
              <a:t>X_test</a:t>
            </a:r>
            <a:r>
              <a:rPr lang="en-US" sz="1400" dirty="0"/>
              <a:t>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print("Predicted labels:", </a:t>
            </a:r>
            <a:r>
              <a:rPr lang="en-US" sz="1400" dirty="0" err="1"/>
              <a:t>y_pred</a:t>
            </a:r>
            <a:r>
              <a:rPr lang="en-US" sz="1400" dirty="0"/>
              <a:t>[:10])  # first 10 predictions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54530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/>
        </p:nvSpPr>
        <p:spPr>
          <a:xfrm>
            <a:off x="144625" y="-132584"/>
            <a:ext cx="86202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Step 6: Evaluating Model Accuracy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Compare actual output (</a:t>
            </a:r>
            <a:r>
              <a:rPr lang="en-US" sz="1400" dirty="0" err="1"/>
              <a:t>y_test</a:t>
            </a:r>
            <a:r>
              <a:rPr lang="en-US" sz="1400" dirty="0"/>
              <a:t>) with predicted output (</a:t>
            </a:r>
            <a:r>
              <a:rPr lang="en-US" sz="1400" dirty="0" err="1"/>
              <a:t>y_pred</a:t>
            </a:r>
            <a:r>
              <a:rPr lang="en-US" sz="1400" dirty="0"/>
              <a:t>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from </a:t>
            </a:r>
            <a:r>
              <a:rPr lang="en-US" sz="1400" dirty="0" err="1"/>
              <a:t>sklearn</a:t>
            </a:r>
            <a:r>
              <a:rPr lang="en-US" sz="1400" dirty="0"/>
              <a:t> import metrics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accuracy = </a:t>
            </a:r>
            <a:r>
              <a:rPr lang="en-US" sz="1400" dirty="0" err="1"/>
              <a:t>metrics.accuracy_score</a:t>
            </a:r>
            <a:r>
              <a:rPr lang="en-US" sz="1400" dirty="0"/>
              <a:t>(</a:t>
            </a:r>
            <a:r>
              <a:rPr lang="en-US" sz="1400" dirty="0" err="1"/>
              <a:t>y_test</a:t>
            </a:r>
            <a:r>
              <a:rPr lang="en-US" sz="1400" dirty="0"/>
              <a:t>, </a:t>
            </a:r>
            <a:r>
              <a:rPr lang="en-US" sz="1400" dirty="0" err="1"/>
              <a:t>y_pred</a:t>
            </a:r>
            <a:r>
              <a:rPr lang="en-US" sz="1400" dirty="0"/>
              <a:t>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print("Logistic Regression model accuracy:", accuracy)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Output: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Logistic Regression model accuracy: 0.9666666666666667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Predicting on New Sample Data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--------------------------------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The model can also predict results for new unseen data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99" name="Google Shape;199;p18"/>
          <p:cNvSpPr txBox="1"/>
          <p:nvPr/>
        </p:nvSpPr>
        <p:spPr>
          <a:xfrm>
            <a:off x="25400" y="3717032"/>
            <a:ext cx="7836600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sample = [[3, 5, 4, 2], [2, 3, 5, 4]]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preds</a:t>
            </a:r>
            <a:r>
              <a:rPr lang="en-US" sz="1400" dirty="0"/>
              <a:t> = </a:t>
            </a:r>
            <a:r>
              <a:rPr lang="en-US" sz="1400" dirty="0" err="1"/>
              <a:t>log_reg.predict</a:t>
            </a:r>
            <a:r>
              <a:rPr lang="en-US" sz="1400" dirty="0"/>
              <a:t>(sample)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Convert numeric prediction to flower names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pred_species</a:t>
            </a:r>
            <a:r>
              <a:rPr lang="en-US" sz="1400" dirty="0"/>
              <a:t> = [</a:t>
            </a:r>
            <a:r>
              <a:rPr lang="en-US" sz="1400" dirty="0" err="1"/>
              <a:t>iris.target_names</a:t>
            </a:r>
            <a:r>
              <a:rPr lang="en-US" sz="1400" dirty="0"/>
              <a:t>[p] for p in </a:t>
            </a:r>
            <a:r>
              <a:rPr lang="en-US" sz="1400" dirty="0" err="1"/>
              <a:t>preds</a:t>
            </a:r>
            <a:r>
              <a:rPr lang="en-US" sz="1400" dirty="0"/>
              <a:t>]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print("Predictions:", </a:t>
            </a:r>
            <a:r>
              <a:rPr lang="en-US" sz="1400" dirty="0" err="1"/>
              <a:t>pred_species</a:t>
            </a:r>
            <a:r>
              <a:rPr lang="en-US" sz="1400" dirty="0"/>
              <a:t>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Output: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# Predictions: ['</a:t>
            </a:r>
            <a:r>
              <a:rPr lang="en-US" sz="1400" dirty="0" err="1"/>
              <a:t>virginica</a:t>
            </a:r>
            <a:r>
              <a:rPr lang="en-US" sz="1400" dirty="0"/>
              <a:t>', '</a:t>
            </a:r>
            <a:r>
              <a:rPr lang="en-US" sz="1400" dirty="0" err="1"/>
              <a:t>virginica</a:t>
            </a:r>
            <a:r>
              <a:rPr lang="en-US" sz="1400" dirty="0"/>
              <a:t>']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5350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1211</Words>
  <Application>Microsoft Office PowerPoint</Application>
  <PresentationFormat>On-screen Show (4:3)</PresentationFormat>
  <Paragraphs>230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Introduction to Scikit Learn  </vt:lpstr>
      <vt:lpstr>PowerPoint Presentation</vt:lpstr>
      <vt:lpstr>PowerPoint Presentation</vt:lpstr>
      <vt:lpstr>Loading and Exploring the Iris Dataset using scikit-learn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Scikit Learn  </dc:title>
  <dc:creator>user</dc:creator>
  <cp:lastModifiedBy>user</cp:lastModifiedBy>
  <cp:revision>4</cp:revision>
  <dcterms:created xsi:type="dcterms:W3CDTF">2026-06-25T09:09:15Z</dcterms:created>
  <dcterms:modified xsi:type="dcterms:W3CDTF">2026-06-25T10:20:16Z</dcterms:modified>
</cp:coreProperties>
</file>